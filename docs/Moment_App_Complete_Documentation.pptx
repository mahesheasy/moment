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F36F6-6E90-54F1-1CC0-56C4A0253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24BF7-5423-C2F2-5721-A0DE4C860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80EB9-CF7F-3F33-CB0F-CFECAEBF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C911-3828-400E-8EAC-D14C36F3209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870D8-B821-890C-59C9-6E95C62B6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5603-087F-7C79-9C09-EF2A35D56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65DF-095F-442E-B19B-120E0086A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981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7993-E0BE-110F-F4F7-A82616AE8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49933-2C7C-016C-583C-DCCFBBE02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FDE94-D83B-A1A8-C368-F69219D43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C911-3828-400E-8EAC-D14C36F3209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E9DAD-1909-E5EA-D02A-01966DF11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388A1-DE55-DE54-2A6A-7349D582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65DF-095F-442E-B19B-120E0086A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43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B40D-62B9-490A-0B52-2BFD1691D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8D961-0C63-B2F7-D3D0-4D39B7501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9D655-8704-9F62-3137-24524EA9B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C911-3828-400E-8EAC-D14C36F3209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2A236-90E8-AA01-0119-A540B3AB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57524-DA58-A687-0283-981CA46F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65DF-095F-442E-B19B-120E0086A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394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0ED9B-3CAF-BC24-7CE3-588CA5C66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555EA-DBF9-497A-EEC3-9DDA5611B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3C773-0B9C-DEE4-906C-9807AABBE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CAACA-FD64-2D87-65ED-DDDC312C9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C911-3828-400E-8EAC-D14C36F3209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90185-E804-7E64-306B-8EED70207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C6876-484B-BB0F-C464-ED46B26E8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65DF-095F-442E-B19B-120E0086A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0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A1FD-6EAE-68D0-CD6E-09FFCA696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ED85-A7B2-F6AE-8A45-AABAFDDB2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06B3E-FEBD-8903-3C20-8319D02E1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EDD7A-6547-CBD5-F582-4702DC210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882D7B-3589-2334-2825-27AB92BD3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2EA532-17BF-3952-08A3-1995D159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C911-3828-400E-8EAC-D14C36F3209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1DD903-6CE6-0175-DF49-A8F8A19B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AF9A98-84EC-6A25-CE71-8ED9B91E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65DF-095F-442E-B19B-120E0086A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95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FD89-A2D7-D16D-0415-1751E1083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0ECCA4-580C-AA46-9287-AA70A695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C911-3828-400E-8EAC-D14C36F3209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70D47-00DF-99D1-C3DE-61DBE106E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3F85B-25C9-AE70-403C-0F3B1566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65DF-095F-442E-B19B-120E0086A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84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70701F-3780-8AFA-6A7C-6B21862AA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C911-3828-400E-8EAC-D14C36F3209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5BD3B-96BD-D2D2-BD86-057E83AF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39581-C847-F400-B38F-E74E92886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65DF-095F-442E-B19B-120E0086A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1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7DC63-A047-BA9B-5372-D844147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AFF67-4F93-CED5-8947-FD353AEF8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E05CF-A13B-FD93-5355-89B74B395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65039-D0E0-D315-564B-17D26EF69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C911-3828-400E-8EAC-D14C36F3209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F7E6C-E981-D157-D2BA-4B9F4B372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5154C-10CE-FCEE-21CC-C810DB5A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65DF-095F-442E-B19B-120E0086A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761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CA3F-B14F-B465-F46F-95426E9F8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558BB8-8FD1-4E46-D61B-509D30BE14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57222-008E-40E0-055F-1A2B48076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322CA-7C36-D023-0CBD-3D5834972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C911-3828-400E-8EAC-D14C36F3209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99926-1F28-3E45-B813-DABC0E40F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A1947-794F-EE13-B4AE-E251CB8CE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65DF-095F-442E-B19B-120E0086A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288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FAEF-0184-2D31-6521-7974D705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64FFC-21E4-363A-05AE-7790E3FD4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D6A76-8AEE-6785-0488-B74FB2FDF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C911-3828-400E-8EAC-D14C36F3209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791E9-C150-C9A9-1555-42B97DEB8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E5A54-0584-8794-EB99-958D0FA5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65DF-095F-442E-B19B-120E0086A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003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D304D3-D10C-B08A-37AA-45432FD63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976C9-AF28-A43B-F93B-C1874D460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2BEE2-62E9-1C29-8ABB-65B35333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C911-3828-400E-8EAC-D14C36F3209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764AA-15CF-CD5B-E321-F98F7A52A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6A73B-DA3D-36EC-7400-C03ADD626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65DF-095F-442E-B19B-120E0086A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483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842F-558B-BE6B-FEC0-6D337060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F8BC6-59B7-A464-F218-C523951D6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B80E4-5D81-6EF4-1DF7-65C692FE4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C911-3828-400E-8EAC-D14C36F3209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2932E-F988-6B23-8FA7-E5C3A0834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56746-4632-0861-3150-BE5263F6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65DF-095F-442E-B19B-120E0086A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50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5323A6-DBA3-EDFE-4930-0AE9AEE60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117C6-E5F6-34A1-58D2-DDE72F110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7516-D9CD-010D-4C83-9E24E19A5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CC911-3828-400E-8EAC-D14C36F3209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A9B9B-DFBE-6BFC-8B5E-AB9621A2C4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17062-7988-C9E1-EBA1-522C640A7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765DF-095F-442E-B19B-120E0086A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96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48B0A-9D11-2545-D833-E6B743E9E4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Moment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C3DF2-1E0A-09BF-96E4-2743160063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800">
                <a:latin typeface="Segoe UI" panose="020B0502040204020203" pitchFamily="34" charset="0"/>
              </a:rPr>
              <a:t>Complete Application Documentation
End-to-End Feature Overview
Version 1.8.1 | Private Social-Memory App
September 2026</a:t>
            </a:r>
            <a:endParaRPr lang="en-IN" sz="18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032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93129-FD87-A221-1E44-9981B0C2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Executive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3E53F-5BDD-4A8D-011E-B5226C049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Moment is a private social-memory app - photo-first, not a feed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Users capture moments and send them to close friends, not public followers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Core pillars: Moments, Friends, Circles, Memories, Chat, Android Home Widget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Backend: Supabase (Auth, Postgres, Storage, Realtime, Edge Functions)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Client: Flutter (iOS + Android) with Clean Architecture + BLoC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Current status: Version 1.8 complete - product validation before 2.0 AI features</a:t>
            </a:r>
            <a:endParaRPr lang="en-IN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69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0F819-BB00-5C15-411D-1F6E7BCC0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Product 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6D844-6318-F173-C349-81562D5DE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Private by design - moments shared only with chosen people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Home screen widget acts as a smart notification surface (newest unread only)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Circles for family, squad, college groups with daily prompts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Memory Vault - save collages and life chapters as themed scrapbooks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Moment+ premium tier for customization, unlimited memories, circles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Not a social feed - camera-first home, swipe-up for memories overlay</a:t>
            </a:r>
            <a:endParaRPr lang="en-IN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963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44DC-CFB6-8952-B001-01869C8E7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Technology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9AE94-2676-171B-3854-6C5DDE864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Flutter 3.11+ | Dart SDK ^3.11.0 | App ID: app.moment.moment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State: flutter_bloc | Routing: go_router | DI: get_it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Backend: supabase_flutter (Auth PKCE, Postgres, Storage, Realtime)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Camera: camera + image_picker | QR: qr_flutter + mobile_scanner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Android Widget: Kotlin + Jetpack Glance + WorkManager + FCM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Push: Firebase Cloud Messaging via Supabase Edge Functions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Fonts: Poppins | Theme: Dark + pink/coral accent</a:t>
            </a:r>
          </a:p>
        </p:txBody>
      </p:sp>
    </p:spTree>
    <p:extLst>
      <p:ext uri="{BB962C8B-B14F-4D97-AF65-F5344CB8AC3E}">
        <p14:creationId xmlns:p14="http://schemas.microsoft.com/office/powerpoint/2010/main" val="815803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8B38-C18F-C1B3-18D8-7AA7408CC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7D864-6E11-1820-37B4-FE1C5B361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Feature-first Clean Architecture under lib/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app/ - bootstrap, DI, router, lifecycle, main shell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core/ - config, errors, theme, widget bridge, deep links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features/ - auth, profile, friends, circles, moments, memories, chat, subscription, settings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Data flow: Page -&gt; Cubit -&gt; Repository -&gt; DataSource -&gt; Supabase RPC/REST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Result&lt;T&gt; pattern for typed success/failure handling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Security: publishable key only on client; RLS on all product tables</a:t>
            </a:r>
          </a:p>
        </p:txBody>
      </p:sp>
    </p:spTree>
    <p:extLst>
      <p:ext uri="{BB962C8B-B14F-4D97-AF65-F5344CB8AC3E}">
        <p14:creationId xmlns:p14="http://schemas.microsoft.com/office/powerpoint/2010/main" val="2053299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077A1-7AA8-1557-3BBE-CF376F2FD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Version Roadmap (0.1 -&gt; 1.8)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77C21-026A-E96E-9B57-C83EC65BE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0.1 - Project foundation (DI, env, Supabase bootstrap, router shell)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0.2 - Design system + navigation shell (visual screens)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0.3 - Auth + profile (Supabase profiles, RLS, session routing)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0.4 - Friends (requests, block, report, friend profiles)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0.5 - Camera + moment creation (gallery, upload, audience picker)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0.6 - Moment delivery + history (seen state, moment detail)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0.8 - Android home widget (Glance, MethodChannel bridge)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1.1 - Reactions + Pings | 1.2 - Circles | 1.3 - Daily Prompts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1.4 - Memory Vault | 1.5 - Time Travel | 1.6 - Moment+ Premium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1.7 - Premium widget themes | 1.8 - Advanced Memories</a:t>
            </a:r>
          </a:p>
        </p:txBody>
      </p:sp>
    </p:spTree>
    <p:extLst>
      <p:ext uri="{BB962C8B-B14F-4D97-AF65-F5344CB8AC3E}">
        <p14:creationId xmlns:p14="http://schemas.microsoft.com/office/powerpoint/2010/main" val="1764314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0037E-CF56-BC6A-B29B-F0D9D9631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v0.1-0.2: Foundation &amp; Design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A616E-7CA1-1CBE-4B32-CDBCEC62D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GetIt dependency injection + compile-time env (env.json)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Supabase bootstrap with PKCE; Firebase no-op until push (0.7+)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GoRouter shell + moment:// deep-link mapping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Design tokens: AppColors, AppTypography, AppSpacing, AppRadius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Reusable UI: MomentButton, MomentCard, MomentBottomSheet, MomentScaffold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Main shell tabs: Home | Circles | Chat | Profile (Memories via swipe overlay)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Camera opens as full-screen overlay from center capsule button</a:t>
            </a:r>
          </a:p>
        </p:txBody>
      </p:sp>
    </p:spTree>
    <p:extLst>
      <p:ext uri="{BB962C8B-B14F-4D97-AF65-F5344CB8AC3E}">
        <p14:creationId xmlns:p14="http://schemas.microsoft.com/office/powerpoint/2010/main" val="3459990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271A-EB91-D76F-4186-41BEB505E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v0.3: Authentication &amp; Profile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FC44D-FDBE-E525-9D6F-46D29BD1D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Supabase Auth: email/password login, register, forgot password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profiles table: username (unique), display name, avatar URL, bio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RLS: read all profiles; write own row only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avatars private storage bucket with per-user folder RLS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handle_new_user() trigger creates profile on signup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delete_own_account() RPC for account deletion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SessionCubit: splash -&gt; restore session -&gt; home or login/onboarding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Profile edit: display name, username, bio | Settings: sign out, delete</a:t>
            </a:r>
          </a:p>
        </p:txBody>
      </p:sp>
    </p:spTree>
    <p:extLst>
      <p:ext uri="{BB962C8B-B14F-4D97-AF65-F5344CB8AC3E}">
        <p14:creationId xmlns:p14="http://schemas.microsoft.com/office/powerpoint/2010/main" val="3495381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8F955-38D2-97A0-DFAD-4B5FB7430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v0.4: Friends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49810-0AC3-55EF-A555-C325DE1DD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Tables: friend_requests, friendships, user_blocks, user_reports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Search users by username -&gt; send/accept/reject/cancel requests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Friend list + detailed friend profile screen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Block, unblock, report user flows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Settings -&gt; Blocked Users management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QR code share + scan for adding friends (deep links)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Friend suggestions RPC (suggest_friends migration)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Realtime friend request updates</a:t>
            </a:r>
          </a:p>
        </p:txBody>
      </p:sp>
    </p:spTree>
    <p:extLst>
      <p:ext uri="{BB962C8B-B14F-4D97-AF65-F5344CB8AC3E}">
        <p14:creationId xmlns:p14="http://schemas.microsoft.com/office/powerpoint/2010/main" val="151196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B362-B2D5-987A-0579-60218C2E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v0.5-0.6: Camera &amp; Moments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15F21-3D89-DF83-65A1-C97C1E15F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Capture: gallery pick + live camera on mobile (image_picker / camera plugin)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Preview screen with caption, arc-style moment details UI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Audience: multi-select friends (at least one recipient required)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Upload: private moments storage bucket + idempotency key per send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Tables: moments, moment_recipients (delivery/seen state)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Home: latest received moment (photo-first, not feed)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History deck + moment detail with signed image URLs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Mark seen on view; delete moment policies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Realtime: MomentRealtimeSubscriber refreshes home on new moment</a:t>
            </a:r>
          </a:p>
        </p:txBody>
      </p:sp>
    </p:spTree>
    <p:extLst>
      <p:ext uri="{BB962C8B-B14F-4D97-AF65-F5344CB8AC3E}">
        <p14:creationId xmlns:p14="http://schemas.microsoft.com/office/powerpoint/2010/main" val="2757949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5F8-9C99-DE8C-FDD4-43EA51C2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v0.8: Android Home Widget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68D3F-001B-96EC-6079-00F0A632F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Native: Kotlin + Jetpack Glance (MomentGlanceWidget)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WidgetBridgePlugin - MethodChannel app.moment/widget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Flutter AndroidWidgetBridge syncs moment image + sender to native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Tap widget -&gt; moment://moment/{id} deep link opens app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Smart unread: shows newest UNREAD moment only (not a gallery)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Empty state: time-of-day illustrations (morning/afternoon/night)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5 sync paths: app resume, Realtime, FCM, WorkManager, native REST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iOS WidgetKit: deferred (stub on iOS)</a:t>
            </a:r>
          </a:p>
        </p:txBody>
      </p:sp>
    </p:spTree>
    <p:extLst>
      <p:ext uri="{BB962C8B-B14F-4D97-AF65-F5344CB8AC3E}">
        <p14:creationId xmlns:p14="http://schemas.microsoft.com/office/powerpoint/2010/main" val="2841710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22002-1F03-7EB9-A2E6-37DB7634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v1.1: Reactions &amp; Pings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D0A7B-489F-B929-C9CA-17B575C84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moment_reactions: one reaction per user per moment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Reaction types: heart, laugh, fire, love, wow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Reaction picker sheet on Home + Moment detail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pings table: lightweight nudge to friend (optional moment context)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Ping sender from Home or moment detail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SocialRepository Clean Architecture layer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Realtime enabled on reactions + pings (in-app, no push for pings yet)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Push triggers for reactions added in later migrations</a:t>
            </a:r>
            <a:endParaRPr lang="en-IN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313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5B0B8-CAA1-4ED7-E491-016329918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v1.2: Circles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8077C-2976-0D05-54D3-4A4F03B9C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Circle types: Us, Squad, Family, College, Custom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Tables: circles, circle_members (owner + member roles)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RLS: members view; owners manage membership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RPC: create_circle_with_owner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Circles tab: list, create sheet with type + friend picker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Circle detail: members list, add/remove friends, custom avatar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Circle moments page + prompt integration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Moment+ gated for circle creation (client-side; dev flag bypass)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Member limit enforced (migration: limit_circle_members)</a:t>
            </a:r>
          </a:p>
        </p:txBody>
      </p:sp>
    </p:spTree>
    <p:extLst>
      <p:ext uri="{BB962C8B-B14F-4D97-AF65-F5344CB8AC3E}">
        <p14:creationId xmlns:p14="http://schemas.microsoft.com/office/powerpoint/2010/main" val="2657389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64966-CC92-7079-7E59-1E7AD50DF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v1.3: Daily Prompts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07AF7-5366-139B-9115-460EBF959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One global prompt per UTC day (rotating template pool)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Tables: daily_prompts, prompt_responses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RPC: get_todays_prompt()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Home: today's prompt card -&gt; pick circle -&gt; camera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Circle detail: prompt card -&gt; Today page with response collage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Camera prompt mode auto-selects circle members as audience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Today page: collage grid, respond, save-as-memory flow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Custom prompts for Moment+: listed but not yet implemented</a:t>
            </a:r>
            <a:endParaRPr lang="en-IN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08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8A7C-8EF3-3A05-8B2C-9CF947D65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v1.4: Memory Vault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6D703-9F15-B8D3-25A2-86BDD7FAB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Save memories from daily prompt collages and manual creation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Tables: memories, memory_items, memory_participants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RPC: create_memory_from_prompt_responses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Memories tab: scrapbook-style vault cards (not photo grid)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Memory detail: cover, stats, timeline, participants, delete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Circle Today: Save as Memory -&gt; title dialog -&gt; vault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Free tier: 3 saved memories | Moment+: unlimited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Extended in v1.8 with types, themes, chapters, custom covers</a:t>
            </a:r>
            <a:endParaRPr lang="en-IN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483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942C6-97C7-4EB9-1C8E-C91AAAD2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v1.5: Time Travel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132F7-0292-83F5-79C8-02C670049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Surface moments from 1, 2, and 3 years ago (same calendar day, UTC)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Privacy: only moments user sent or received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RPC: get_time_travel_moments()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Home: compact Time Travel teaser card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Full page at /time-travel with Relive -&gt; moment detail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Currently NOT premium-gated (marketing lists Time Travel+)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Deferred: multi-person / circle-filtered time travel</a:t>
            </a:r>
            <a:endParaRPr lang="en-IN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102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6B05-2DA4-39E3-88C0-7FE2C96D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v1.6: Moment+ Premium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E18F9-31AE-89B0-1DB7-5F7057BF4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Product name: Moment+ | Entitlement key: moment_plus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Tables: subscription_plans, subscriptions, subscription_entitlements, app_config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Plans: INR 99/month, INR 699/year (remote config, not hardcoded)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RPCs: get_moment_plus_offering, request_moment_plus_checkout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Checkout: STUB - returns pending; no App Store / Play Billing yet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Free tier: 3 saved memories; premium memory themes gated server-side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Premium page: plan picker, feature list, subscribe button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Grant premium: manual subscription row in DB -&gt; sync_moment_plus_entitlement</a:t>
            </a:r>
          </a:p>
        </p:txBody>
      </p:sp>
    </p:spTree>
    <p:extLst>
      <p:ext uri="{BB962C8B-B14F-4D97-AF65-F5344CB8AC3E}">
        <p14:creationId xmlns:p14="http://schemas.microsoft.com/office/powerpoint/2010/main" val="2011541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CBAE-AECE-D893-5C64-679A7C93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latin typeface="Segoe UI" panose="020B0502040204020203" pitchFamily="34" charset="0"/>
              </a:rPr>
              <a:t>Moment+ - What's Gated vs Free</a:t>
            </a:r>
            <a:endParaRPr lang="en-IN" sz="3200" b="1">
              <a:latin typeface="Segoe UI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5D371-B03E-ECA5-A3C0-E33729799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SERVER-ENFORCED (hard gate):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* Widget themes, accent, typography, person/circle source (upsert_widget_preferences)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* Premium memory themes beyond minimal (create/update memory RPCs)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FREE FOR ALL USERS: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* Widget privacy (full/blur/private, lock screen, per-person overrides)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CLIENT-ONLY gates (soft): memory count, circles creation, circle photos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MARKETING ONLY (not implemented): Custom prompts, HD archive, Time Travel+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DEV FLAGS (AppFeatures): momentPlusWidgetsUnlocked, CirclesUnlocked, CirclePhotosUnlocked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-&gt; All currently TRUE - paywalls disabled in dev builds</a:t>
            </a:r>
          </a:p>
        </p:txBody>
      </p:sp>
    </p:spTree>
    <p:extLst>
      <p:ext uri="{BB962C8B-B14F-4D97-AF65-F5344CB8AC3E}">
        <p14:creationId xmlns:p14="http://schemas.microsoft.com/office/powerpoint/2010/main" val="1822684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BD581-A112-B46A-0C2D-4D6ECA84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v1.7: Premium Widget Customization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9AC90-6568-13BB-E554-93C3AD8E4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Relationship themes: minimal, love, family, friends, bestie, sunset, midnight, memory, etc.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Accent color picker + typography options (default, serif, rounded, mono)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Widget mode: Latest | Person | Circle (source selection)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In-app style preview + widget reliability card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Pin widget to home screen from customization page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Streak badge on widget (from fire emoji in caption, not global streak)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Paused widget state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Settings split: Widget Settings (what appears) vs Widget Privacy (how it renders)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Free users see defaults; saved_preferences restored on resubscribe</a:t>
            </a:r>
          </a:p>
        </p:txBody>
      </p:sp>
    </p:spTree>
    <p:extLst>
      <p:ext uri="{BB962C8B-B14F-4D97-AF65-F5344CB8AC3E}">
        <p14:creationId xmlns:p14="http://schemas.microsoft.com/office/powerpoint/2010/main" val="2382550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D161-3F26-F7D1-7ACB-D9743A5C4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v1.8: Advanced Memories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9DF99-B546-4AA7-A90C-BB13F4D4C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Memory types: prompt, circle, anniversary, birthday, trip, custom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Memory themes: minimal (free) + premium themes (glass, film, polaroid, etc.)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Captions, memory dates, custom cover upload (memory-covers bucket)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Moment cover picker for memory covers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memory_chapters table + grouped timeline (schema ready)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Create memory bottom sheet from Memory Vault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Edit page: /memories/:id/edit - caption, theme, date, cover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Type filters on Memory Vault tab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Deferred: assigning moments to chapters from UI</a:t>
            </a:r>
          </a:p>
        </p:txBody>
      </p:sp>
    </p:spTree>
    <p:extLst>
      <p:ext uri="{BB962C8B-B14F-4D97-AF65-F5344CB8AC3E}">
        <p14:creationId xmlns:p14="http://schemas.microsoft.com/office/powerpoint/2010/main" val="104542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0F8AF-C269-2B12-3035-D53A8E293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Chat Module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36B92-E5E1-34BB-67F8-AD03F7F9F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Full 1:1 chat: inbox + thread with realtime messages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Features: text, image messages, replies, reactions, edit, star, delete for me/everyone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Typing indicators + read receipts (last seen on profiles)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Inbox long-press: pin, mute, delete conversation, block/unblock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chat_conversation_settings: is_pinned, is_muted, is_hidden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delete_chat_conversation RPC - full message wipe (not just hide)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Blocked state UI inside thread (block/unblock without leaving chat)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Moment Space: shared moment timeline within chat thread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Push: notify-chat Edge Function (respects mute setting)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Loading UX: shimmer until initial load (no flicker)</a:t>
            </a:r>
            <a:endParaRPr lang="en-IN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660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7FA4-0607-B0C3-4352-76798468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Push Notifications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B43E0-5B8A-AA8B-81E5-99AEF2960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FCM device tokens stored in device_tokens table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Edge Functions + DB triggers for push delivery: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  * New moment received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  * Chat message, reaction, edit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  * Friend request + accepted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  * Ping / reaction on moments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Widget background sync via FCM when app is killed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Notification settings page: per-category toggles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Muted chat conversations skip push (returns skipped: muted)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In-app Realtime still works when app is open (no push needed)</a:t>
            </a:r>
            <a:endParaRPr lang="en-IN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579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C2089-1EA6-F7CA-26A0-BECFECEC8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Home Screen &amp; Camera UX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770B6-B31F-2E5F-3B7F-C5DB69DAB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Home tab redesigned as camera-first (not a feed)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Live camera viewfinder (LiveCameraHost) + shutter button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Gallery + flip camera buttons (custom white PNG icons)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Flash toggle chip on viewfinder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Top bar: profile avatar, Friends pill, notifications bell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Swipe up anywhere -&gt; Memories overlay (SnapMemoriesView)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History bottom sheet with moment deck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Camera preview: arc-style moment details, delete button (no crop/edit)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Realtime refresh when new moment arrives</a:t>
            </a:r>
          </a:p>
        </p:txBody>
      </p:sp>
    </p:spTree>
    <p:extLst>
      <p:ext uri="{BB962C8B-B14F-4D97-AF65-F5344CB8AC3E}">
        <p14:creationId xmlns:p14="http://schemas.microsoft.com/office/powerpoint/2010/main" val="598462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CCF50-8345-E2B4-63AC-2C5032AEC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Onboarding &amp; Auth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41F42-E269-38A9-BE73-3D47A8C78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4-screen onboarding: Welcome, Share Moments, Your People, Privacy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Shown only once (SharedPreferences: onboarding_complete_v1)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Re-shown only after app delete / clear data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Skip (top-right) + Next (bottom-right) navigation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Splash -&gt; onboarding (first launch) -&gt; login/register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Permissions setup page after first auth (camera, contacts, etc.)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Login screen: new app launcher icon logo (IconKitchen assets)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App icons: IconKitchen for Android res/ + iOS AppIcon.appiconset</a:t>
            </a:r>
          </a:p>
        </p:txBody>
      </p:sp>
    </p:spTree>
    <p:extLst>
      <p:ext uri="{BB962C8B-B14F-4D97-AF65-F5344CB8AC3E}">
        <p14:creationId xmlns:p14="http://schemas.microsoft.com/office/powerpoint/2010/main" val="1716928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0A873-B976-BF2C-CFC8-3BCEAD70C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Widget Privacy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482C9-374B-4BD6-A62C-57851C63F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Separate from widget SOURCE (latest/person/circle) - privacy controls RENDERING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Global privacy mode: Full | Blur | Private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Per-sender overrides via privacy_overrides JSONB map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Lock-screen privacy preference (hide content when device locked)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Display toggles: show sender, timestamp, captions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Paused widget state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Android render pipeline: WidgetRenderResolver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Order: paused -&gt; lock screen placeholder -&gt; privacy mode -&gt; unread blur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Private mode: WidgetPrivateImageGuard - no image retention on device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Reveal: WidgetRevealActivity (3s countdown) + unlock clear frame on device unlock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Widget privacy is FREE - not Moment+ gated</a:t>
            </a:r>
          </a:p>
        </p:txBody>
      </p:sp>
    </p:spTree>
    <p:extLst>
      <p:ext uri="{BB962C8B-B14F-4D97-AF65-F5344CB8AC3E}">
        <p14:creationId xmlns:p14="http://schemas.microsoft.com/office/powerpoint/2010/main" val="3674332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85DC5-7353-FF87-60C2-D8D11D7CB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Widget Sync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821EB-F9F9-DC3D-C618-57C9E97E7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Supabase (moments, seen_at) -&gt; Flutter (selection, read cache, prefs)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-&gt; Method Channel -&gt; Kotlin (queue, images, Glance UI)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Sync path 1: App open / resume - HomeWidgetSyncService.sync()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Sync path 2: Supabase Realtime insert - WidgetMomentStreamService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Sync path 3: FCM push (app killed) - MomentFirebaseMessagingService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Sync path 4: WorkManager periodic (~15 min) - WidgetBackgroundSyncWorker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Sync path 5: Native REST - WidgetSupabaseSync (unseen only)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Read cache: optimistic local read IDs (SharedPreferences)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Queue capped at MAX_ENTRIES = 1 (single unread surface)</a:t>
            </a:r>
          </a:p>
        </p:txBody>
      </p:sp>
    </p:spTree>
    <p:extLst>
      <p:ext uri="{BB962C8B-B14F-4D97-AF65-F5344CB8AC3E}">
        <p14:creationId xmlns:p14="http://schemas.microsoft.com/office/powerpoint/2010/main" val="907397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00AB-8A4A-A1D9-5DB7-311220FB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Deep Links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14580-1579-0320-91DE-B19D69709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Scheme: moment://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moment://moment/{id} - open moment detail (widget tap)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moment://camera - open camera (empty widget tap)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moment://widget/ping/{id} - ping from widget (routing ready)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moment://friends/scan - QR friend scan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DeepLinkMapper in Flutter maps URIs to GoRouter locations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Android widget + FCM payloads use same deep link format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QR friend links for share/add friend flow</a:t>
            </a:r>
          </a:p>
        </p:txBody>
      </p:sp>
    </p:spTree>
    <p:extLst>
      <p:ext uri="{BB962C8B-B14F-4D97-AF65-F5344CB8AC3E}">
        <p14:creationId xmlns:p14="http://schemas.microsoft.com/office/powerpoint/2010/main" val="1979521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17CC-DCD1-58D7-9683-B672DFD3B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Navigation &amp; App Shell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65F56-01A1-FBE8-3DB7-BF748D031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Bottom nav: Home | Circles | Chat | Profile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Memories: swipe-up overlay (not a tab)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Camera: full-screen overlay route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Key routes: /premium, /widget-customize, /settings/widget-privacy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/time-travel, /memories/:id/edit, /chat/:userId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GoRouter redirect: unauthenticated -&gt; login; auth on public routes -&gt; home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Deep link targets resolved before auth redirects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Settings: grouped sections (Appearance, Widget, Notifications, Help, Legal)</a:t>
            </a:r>
          </a:p>
        </p:txBody>
      </p:sp>
    </p:spTree>
    <p:extLst>
      <p:ext uri="{BB962C8B-B14F-4D97-AF65-F5344CB8AC3E}">
        <p14:creationId xmlns:p14="http://schemas.microsoft.com/office/powerpoint/2010/main" val="1758863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6461-63DC-FE79-78E8-F1AF828B1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Settings &amp; Appearance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24F06-C785-49FC-8C1E-BE3AED330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Appearance: theme mode (dark/light) + accent color (local SharedPreferences)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Notification settings: per-category push toggles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Widget Settings: source picker (latest/person/circle) + link to privacy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Widget Privacy: auto-save (no Save button), per-person bottom sheet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Blocked users, Help &amp; FAQ, Report problem, Terms, Privacy policy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Profile: edit profile, friends, home widget link, Moment+ entry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Legal documents embedded in app (subscription terms included)</a:t>
            </a:r>
          </a:p>
        </p:txBody>
      </p:sp>
    </p:spTree>
    <p:extLst>
      <p:ext uri="{BB962C8B-B14F-4D97-AF65-F5344CB8AC3E}">
        <p14:creationId xmlns:p14="http://schemas.microsoft.com/office/powerpoint/2010/main" val="3101878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7A63A-C4E2-EBF5-7C0D-B38D7F2E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Supabase Database (50 Migrations)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C48F2-C7B9-05BD-0B6F-9A2832106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Core: profiles, friendships, moments, moment_recipients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Social: reactions, pings, circles, circle_members, daily_prompts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Memories: memories, memory_items, memory_chapters, memory_participants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Chat: conversations, messages, typing, reactions, conversation_settings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Widget: widget_preferences (theme + privacy columns)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Subscription: plans, subscriptions, entitlements, app_config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Push: device_tokens + notify triggers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Storage buckets: avatars, moments, memory-covers, circle-avatars, chat-images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50 SQL migrations from 20260815120000 through 20260917100000</a:t>
            </a:r>
          </a:p>
        </p:txBody>
      </p:sp>
    </p:spTree>
    <p:extLst>
      <p:ext uri="{BB962C8B-B14F-4D97-AF65-F5344CB8AC3E}">
        <p14:creationId xmlns:p14="http://schemas.microsoft.com/office/powerpoint/2010/main" val="13983880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1FEE2-89EE-FD7F-8733-B6A9EDF51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Security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8436E-3FE6-D9E8-551F-962EAC260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Row Level Security (RLS) on all product tables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Client uses Supabase publishable key only (service role rejected)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AppEnv.validate() rejects service-role keys at startup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Logger redacts token/key/secret fields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Storage RLS: sender upload, recipient read via moment/friendship link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Security definer RPCs for complex operations (widget prefs, memories)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Account deletion via delete_own_account() RPC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Function search_path hardening on auth helpers</a:t>
            </a:r>
          </a:p>
        </p:txBody>
      </p:sp>
    </p:spTree>
    <p:extLst>
      <p:ext uri="{BB962C8B-B14F-4D97-AF65-F5344CB8AC3E}">
        <p14:creationId xmlns:p14="http://schemas.microsoft.com/office/powerpoint/2010/main" val="3082638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E44E-FA55-AE82-D279-A6A02053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What's Working End-to-End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84D01-20E0-0026-9EE8-4C6367752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Auth: register, login, session restore, profile edit, account delete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Friends: search, request, accept, block, report, QR add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Moments: capture, send, receive, view, react, ping, delete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Widget: unread display, mark read, empty states, privacy modes, reveal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Circles: create, members, prompts, today page, circle moments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Memories: create, edit, themes, covers, vault, time travel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Chat: inbox, thread, images, reactions, pin/mute/delete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Push: moment, chat, friend request notifications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Premium: offering page, entitlement sync, feature gates (partial)</a:t>
            </a:r>
          </a:p>
        </p:txBody>
      </p:sp>
    </p:spTree>
    <p:extLst>
      <p:ext uri="{BB962C8B-B14F-4D97-AF65-F5344CB8AC3E}">
        <p14:creationId xmlns:p14="http://schemas.microsoft.com/office/powerpoint/2010/main" val="3770216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1218C-DC09-96AC-CAF6-E7744AE4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Partially Done / Known Gaps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10BBD-0E5D-7FD8-5B0C-069C2CF3B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Real IAP checkout - stub only (App Store / Play Billing deferred)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iOS home widget - Android only (stub bridge on iOS)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Server-side memory count limit - client-only enforcement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Circles premium gate - client-only (no server RPC check)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Widget reaction/ping buttons on home screen - deep links only, no native UI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Multi-moment widget cycling - queue capped at 1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Custom prompts, HD archive - marketing copy only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Video capture - placeholder (coming soon)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Social sign-in - placeholder in auth chrome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Chapter moment assignment UI - schema ready, UI deferred</a:t>
            </a:r>
          </a:p>
        </p:txBody>
      </p:sp>
    </p:spTree>
    <p:extLst>
      <p:ext uri="{BB962C8B-B14F-4D97-AF65-F5344CB8AC3E}">
        <p14:creationId xmlns:p14="http://schemas.microsoft.com/office/powerpoint/2010/main" val="4234398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5D0D3-F33B-1BB5-AD83-F5B98B9BB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Deferred / Not Started (2.0+)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7EE5A-7890-11FC-AE4A-04568D208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Version 2.0: Scale + Intelligence (AI features) - after PMF validation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AI memory summaries and smart features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iOS WidgetKit implementation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Real payment processors (Stripe / RevenueCat / native IAP)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Entitlement admin grant UI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Native Android widget instrumentation tests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Integration tests for HomeWidgetSyncService + FCM path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Thumbnail-only widget image pipeline (currently full images)</a:t>
            </a:r>
          </a:p>
        </p:txBody>
      </p:sp>
    </p:spTree>
    <p:extLst>
      <p:ext uri="{BB962C8B-B14F-4D97-AF65-F5344CB8AC3E}">
        <p14:creationId xmlns:p14="http://schemas.microsoft.com/office/powerpoint/2010/main" val="3337086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78301-C987-056B-A4CF-F6F6B4CDB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Release Readiness - Dev Flags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3BACC-4CA1-FFFD-0CC6-DEAE4B2C6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Before production release, set AppFeatures flags to FALSE: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momentPlusWidgetsUnlocked = false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momentPlusCirclesUnlocked = false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momentPlusCirclePhotosUnlocked = false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Wire real App Store / Play Billing to request_moment_plus_checkout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Add server-side memory count check in create_advanced_memory RPC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Add server-side circles premium check in create_circle_with_owner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Complete iOS widget or hide widget promo on iOS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Run: dart format, flutter analyze, flutter test before release</a:t>
            </a:r>
          </a:p>
        </p:txBody>
      </p:sp>
    </p:spTree>
    <p:extLst>
      <p:ext uri="{BB962C8B-B14F-4D97-AF65-F5344CB8AC3E}">
        <p14:creationId xmlns:p14="http://schemas.microsoft.com/office/powerpoint/2010/main" val="15895902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5AA0B-7B6B-A77C-EB10-150E53A95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Testing &amp; Verification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3A763-0589-815B-9EA0-7241DE523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Unit/widget tests: flutter test (subscription, widget prefs, deep links, etc.)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Widget privacy tests: widget_preferences_test.dart (12 tests)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Static analysis: flutter analyze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Device testing required for: widget privacy, lock screen, FCM sync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Full app rebuild needed for Kotlin/native/asset changes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Key test files: deep_link_mapper_test, subscription_test, widget_preferences_test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No Kotlin instrumentation tests yet for Android widget</a:t>
            </a:r>
          </a:p>
        </p:txBody>
      </p:sp>
    </p:spTree>
    <p:extLst>
      <p:ext uri="{BB962C8B-B14F-4D97-AF65-F5344CB8AC3E}">
        <p14:creationId xmlns:p14="http://schemas.microsoft.com/office/powerpoint/2010/main" val="8084103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63CC2-4D52-C38D-6FAF-2FF2F599B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latin typeface="Segoe UI" panose="020B0502040204020203" pitchFamily="34" charset="0"/>
              </a:rPr>
              <a:t>User Journey - Moment to Widget</a:t>
            </a:r>
            <a:endParaRPr lang="en-IN" sz="3200" b="1">
              <a:latin typeface="Segoe UI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38C19-122D-5FAF-A0EB-0F42136EC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Flow A: Friend sends moment -&gt; widget shows with dot prefix on sender name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Flow B: User opens moment in app -&gt; marks read -&gt; widget clears or shows next unread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Flow C: All caught up -&gt; time-of-day empty image -&gt; tap opens camera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Flow D: Privacy full mode -&gt; blurred on widget -&gt; Reveal chip -&gt; 3s full photo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Flow E: Home camera -&gt; capture -&gt; select friends -&gt; send -&gt; appears in friend widget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Flow F: Daily prompt -&gt; pick circle -&gt; respond with moment -&gt; save as memory</a:t>
            </a:r>
          </a:p>
          <a:p>
            <a:pPr>
              <a:spcAft>
                <a:spcPts val="600"/>
              </a:spcAft>
            </a:pPr>
            <a:r>
              <a:rPr lang="en-US" sz="1600">
                <a:latin typeface="Segoe UI" panose="020B0502040204020203" pitchFamily="34" charset="0"/>
              </a:rPr>
              <a:t>* Flow G: Chat thread -&gt; send image -&gt; react -&gt; pin conversation in inbox</a:t>
            </a:r>
            <a:endParaRPr lang="en-IN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751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C9FA0-4688-BF62-1850-4D0FF9C6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Project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34D2B-C06B-5878-0BF4-4315C07A3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lib/features/ - 12+ feature modules (auth, friends, circles, moments, memories, chat, etc.)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lib/core/widget/ - home widget sync, read cache, moment selector, bridge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android/.../widget/ - Glance UI, render resolver, privacy, bitmap, sync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supabase/migrations/ - 50 SQL migration files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supabase/functions/ - notify-chat, notify-moment Edge Functions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docs/ - VERSION_*.md per release + ARCHITECTURE.md + E2E status HTML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assets/images/ - onboarding, widget empty states, icons, premium art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test/ - unit tests mirroring feature structure</a:t>
            </a:r>
          </a:p>
        </p:txBody>
      </p:sp>
    </p:spTree>
    <p:extLst>
      <p:ext uri="{BB962C8B-B14F-4D97-AF65-F5344CB8AC3E}">
        <p14:creationId xmlns:p14="http://schemas.microsoft.com/office/powerpoint/2010/main" val="11981624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5B908-1BE3-4683-E2EF-643DD554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Segoe UI" panose="020B0502040204020203" pitchFamily="34" charset="0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97B80-2295-6C27-63A6-68229A02F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Moment - Private Social-Memory Application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Version 1.8.1 | Complete Documentation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Flutter + Supabase + Android Glance Widget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For questions: see docs/ folder in repository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ARCHITECTURE.md | MOMENT_IMPLEMENTATION_STATUS.md</a:t>
            </a:r>
          </a:p>
          <a:p>
            <a:pPr>
              <a:spcAft>
                <a:spcPts val="600"/>
              </a:spcAft>
            </a:pPr>
            <a:r>
              <a:rPr lang="en-IN" sz="1600">
                <a:latin typeface="Segoe UI" panose="020B0502040204020203" pitchFamily="34" charset="0"/>
              </a:rPr>
              <a:t>*   moment-e2e-status.html | feature-implementation-e2e.html</a:t>
            </a:r>
          </a:p>
        </p:txBody>
      </p:sp>
    </p:spTree>
    <p:extLst>
      <p:ext uri="{BB962C8B-B14F-4D97-AF65-F5344CB8AC3E}">
        <p14:creationId xmlns:p14="http://schemas.microsoft.com/office/powerpoint/2010/main" val="3960531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3977</Words>
  <Application>Microsoft Office PowerPoint</Application>
  <PresentationFormat>Widescreen</PresentationFormat>
  <Paragraphs>352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Segoe UI</vt:lpstr>
      <vt:lpstr>Office Theme</vt:lpstr>
      <vt:lpstr>Moment</vt:lpstr>
      <vt:lpstr>Executive Summary</vt:lpstr>
      <vt:lpstr>Product Vision</vt:lpstr>
      <vt:lpstr>Technology Stack</vt:lpstr>
      <vt:lpstr>Architecture</vt:lpstr>
      <vt:lpstr>Version Roadmap (0.1 -&gt; 1.8)</vt:lpstr>
      <vt:lpstr>v0.1-0.2: Foundation &amp; Design System</vt:lpstr>
      <vt:lpstr>v0.3: Authentication &amp; Profile</vt:lpstr>
      <vt:lpstr>v0.4: Friends System</vt:lpstr>
      <vt:lpstr>v0.5-0.6: Camera &amp; Moments</vt:lpstr>
      <vt:lpstr>v0.8: Android Home Widget</vt:lpstr>
      <vt:lpstr>v1.1: Reactions &amp; Pings</vt:lpstr>
      <vt:lpstr>v1.2: Circles</vt:lpstr>
      <vt:lpstr>v1.3: Daily Prompts</vt:lpstr>
      <vt:lpstr>v1.4: Memory Vault</vt:lpstr>
      <vt:lpstr>v1.5: Time Travel</vt:lpstr>
      <vt:lpstr>v1.6: Moment+ Premium</vt:lpstr>
      <vt:lpstr>Moment+ - What's Gated vs Free</vt:lpstr>
      <vt:lpstr>v1.7: Premium Widget Customization</vt:lpstr>
      <vt:lpstr>v1.8: Advanced Memories</vt:lpstr>
      <vt:lpstr>Chat Module</vt:lpstr>
      <vt:lpstr>Push Notifications</vt:lpstr>
      <vt:lpstr>Home Screen &amp; Camera UX</vt:lpstr>
      <vt:lpstr>Onboarding &amp; Auth Flow</vt:lpstr>
      <vt:lpstr>Widget Privacy System</vt:lpstr>
      <vt:lpstr>Widget Sync Architecture</vt:lpstr>
      <vt:lpstr>Deep Links</vt:lpstr>
      <vt:lpstr>Navigation &amp; App Shell</vt:lpstr>
      <vt:lpstr>Settings &amp; Appearance</vt:lpstr>
      <vt:lpstr>Supabase Database (50 Migrations)</vt:lpstr>
      <vt:lpstr>Security Model</vt:lpstr>
      <vt:lpstr>What's Working End-to-End</vt:lpstr>
      <vt:lpstr>Partially Done / Known Gaps</vt:lpstr>
      <vt:lpstr>Deferred / Not Started (2.0+)</vt:lpstr>
      <vt:lpstr>Release Readiness - Dev Flags</vt:lpstr>
      <vt:lpstr>Testing &amp; Verification</vt:lpstr>
      <vt:lpstr>User Journey - Moment to Widget</vt:lpstr>
      <vt:lpstr>Project Structure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yakesh lucky</dc:creator>
  <cp:lastModifiedBy>yakesh lucky</cp:lastModifiedBy>
  <cp:revision>1</cp:revision>
  <dcterms:created xsi:type="dcterms:W3CDTF">2026-09-19T13:28:25Z</dcterms:created>
  <dcterms:modified xsi:type="dcterms:W3CDTF">2026-09-19T13:28:25Z</dcterms:modified>
</cp:coreProperties>
</file>